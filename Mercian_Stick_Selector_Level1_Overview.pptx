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75" y="1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61514CDC-EEA7-DCD4-E732-B07AB76F12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0B46474A-5349-F6B4-F2E5-412DF0DB0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363"/>
            <a:ext cx="9144000" cy="6096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62B934-E8A1-4879-D60C-8D3D14248CA7}"/>
              </a:ext>
            </a:extLst>
          </p:cNvPr>
          <p:cNvSpPr/>
          <p:nvPr/>
        </p:nvSpPr>
        <p:spPr>
          <a:xfrm>
            <a:off x="8291746" y="4638674"/>
            <a:ext cx="778329" cy="51707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highlight>
                  <a:srgbClr val="000000"/>
                </a:highlight>
              </a:rPr>
              <a:t>Brief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5F02A8-5F70-4177-D02F-5095048055AD}"/>
              </a:ext>
            </a:extLst>
          </p:cNvPr>
          <p:cNvSpPr/>
          <p:nvPr/>
        </p:nvSpPr>
        <p:spPr>
          <a:xfrm>
            <a:off x="8291747" y="4093028"/>
            <a:ext cx="778329" cy="51707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highlight>
                  <a:srgbClr val="000000"/>
                </a:highlight>
              </a:rPr>
              <a:t>User Input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068E19-ECE2-A8AB-AA89-3FE7054470F4}"/>
              </a:ext>
            </a:extLst>
          </p:cNvPr>
          <p:cNvSpPr/>
          <p:nvPr/>
        </p:nvSpPr>
        <p:spPr>
          <a:xfrm>
            <a:off x="8291746" y="5184320"/>
            <a:ext cx="778329" cy="51707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highlight>
                  <a:srgbClr val="000000"/>
                </a:highlight>
              </a:rPr>
              <a:t>Bow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047478-0256-9E59-D449-E1E0340BD98E}"/>
              </a:ext>
            </a:extLst>
          </p:cNvPr>
          <p:cNvSpPr/>
          <p:nvPr/>
        </p:nvSpPr>
        <p:spPr>
          <a:xfrm>
            <a:off x="8291747" y="5739491"/>
            <a:ext cx="778329" cy="51707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highlight>
                  <a:srgbClr val="000000"/>
                </a:highlight>
              </a:rPr>
              <a:t>Product</a:t>
            </a:r>
            <a:endParaRPr lang="en-GB" sz="1400" dirty="0">
              <a:highlight>
                <a:srgbClr val="000000"/>
              </a:highlight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C1C30C-F05F-9280-C773-9C2CBD9F0707}"/>
              </a:ext>
            </a:extLst>
          </p:cNvPr>
          <p:cNvCxnSpPr/>
          <p:nvPr/>
        </p:nvCxnSpPr>
        <p:spPr>
          <a:xfrm flipH="1">
            <a:off x="7758545" y="5155746"/>
            <a:ext cx="4932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92A986-E18A-F77C-9B94-122C35F6E687}"/>
              </a:ext>
            </a:extLst>
          </p:cNvPr>
          <p:cNvSpPr/>
          <p:nvPr/>
        </p:nvSpPr>
        <p:spPr>
          <a:xfrm>
            <a:off x="8291747" y="6285137"/>
            <a:ext cx="778329" cy="51707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highlight>
                  <a:srgbClr val="000000"/>
                </a:highlight>
              </a:rPr>
              <a:t>Brand</a:t>
            </a:r>
          </a:p>
        </p:txBody>
      </p:sp>
    </p:spTree>
    <p:extLst>
      <p:ext uri="{BB962C8B-B14F-4D97-AF65-F5344CB8AC3E}">
        <p14:creationId xmlns:p14="http://schemas.microsoft.com/office/powerpoint/2010/main" val="1830375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698B-8D64-CDA9-09D0-136CFBE39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0"/>
            <a:ext cx="8229600" cy="762000"/>
          </a:xfrm>
        </p:spPr>
        <p:txBody>
          <a:bodyPr>
            <a:normAutofit/>
          </a:bodyPr>
          <a:lstStyle/>
          <a:p>
            <a:r>
              <a:rPr lang="en-GB" sz="3200" dirty="0"/>
              <a:t>The Brief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39DA8F-EE21-26AC-80F7-6E60128DC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21" y="762000"/>
            <a:ext cx="7139748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59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715AF1-B799-9FCA-110D-50F31AD54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0"/>
            <a:ext cx="8229600" cy="762000"/>
          </a:xfrm>
        </p:spPr>
        <p:txBody>
          <a:bodyPr>
            <a:normAutofit/>
          </a:bodyPr>
          <a:lstStyle/>
          <a:p>
            <a:r>
              <a:rPr lang="en-GB" sz="3200" dirty="0"/>
              <a:t>The Brand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9B89EF-5770-D916-14B3-2C55C62EA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159"/>
          <a:stretch>
            <a:fillRect/>
          </a:stretch>
        </p:blipFill>
        <p:spPr>
          <a:xfrm>
            <a:off x="512349" y="996043"/>
            <a:ext cx="8032216" cy="23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89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47A583-30E1-7FEE-0981-583EB1CE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0"/>
            <a:ext cx="8229600" cy="762000"/>
          </a:xfrm>
        </p:spPr>
        <p:txBody>
          <a:bodyPr>
            <a:normAutofit/>
          </a:bodyPr>
          <a:lstStyle/>
          <a:p>
            <a:r>
              <a:rPr lang="en-GB" sz="3200" dirty="0"/>
              <a:t>The Bow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24D665-E009-F2E4-D0E3-C2DE05B276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074"/>
          <a:stretch>
            <a:fillRect/>
          </a:stretch>
        </p:blipFill>
        <p:spPr>
          <a:xfrm>
            <a:off x="413657" y="828040"/>
            <a:ext cx="8032216" cy="561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3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On-screen Show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The Brief</vt:lpstr>
      <vt:lpstr>The Brand</vt:lpstr>
      <vt:lpstr>The Bow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Mike Farmer</dc:creator>
  <cp:keywords/>
  <dc:description>generated using python-pptx</dc:description>
  <cp:lastModifiedBy>Mike Farmer</cp:lastModifiedBy>
  <cp:revision>4</cp:revision>
  <dcterms:created xsi:type="dcterms:W3CDTF">2013-01-27T09:14:16Z</dcterms:created>
  <dcterms:modified xsi:type="dcterms:W3CDTF">2025-11-07T09:39:46Z</dcterms:modified>
  <cp:category/>
</cp:coreProperties>
</file>